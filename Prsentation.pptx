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98" r:id="rId5"/>
    <p:sldId id="283" r:id="rId6"/>
    <p:sldId id="297" r:id="rId7"/>
    <p:sldId id="292" r:id="rId8"/>
    <p:sldId id="284" r:id="rId9"/>
    <p:sldId id="299" r:id="rId10"/>
    <p:sldId id="293" r:id="rId11"/>
    <p:sldId id="300" r:id="rId12"/>
    <p:sldId id="29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12" autoAdjust="0"/>
  </p:normalViewPr>
  <p:slideViewPr>
    <p:cSldViewPr snapToGrid="0">
      <p:cViewPr>
        <p:scale>
          <a:sx n="80" d="100"/>
          <a:sy n="80" d="100"/>
        </p:scale>
        <p:origin x="710" y="110"/>
      </p:cViewPr>
      <p:guideLst/>
    </p:cSldViewPr>
  </p:slideViewPr>
  <p:outlineViewPr>
    <p:cViewPr>
      <p:scale>
        <a:sx n="33" d="100"/>
        <a:sy n="33" d="100"/>
      </p:scale>
      <p:origin x="0" y="-942"/>
    </p:cViewPr>
  </p:outlineViewPr>
  <p:notesTextViewPr>
    <p:cViewPr>
      <p:scale>
        <a:sx n="3" d="2"/>
        <a:sy n="3" d="2"/>
      </p:scale>
      <p:origin x="0" y="0"/>
    </p:cViewPr>
  </p:notesTextViewPr>
  <p:sorterViewPr>
    <p:cViewPr>
      <p:scale>
        <a:sx n="75" d="100"/>
        <a:sy n="75" d="100"/>
      </p:scale>
      <p:origin x="0" y="0"/>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04-May-23</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04-May-23</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804025"/>
          </a:xfrm>
          <a:solidFill>
            <a:schemeClr val="bg1">
              <a:lumMod val="85000"/>
            </a:schemeClr>
          </a:solidFill>
        </p:spPr>
        <p:txBody>
          <a:bodyPr tIns="1728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a:t>Click to edit Master subtitle style</a:t>
            </a:r>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235700" y="2204792"/>
            <a:ext cx="5956300" cy="1944000"/>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section divider</a:t>
            </a:r>
          </a:p>
        </p:txBody>
      </p:sp>
      <p:sp>
        <p:nvSpPr>
          <p:cNvPr id="7" name="Subtitl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6235700" y="4148860"/>
            <a:ext cx="5956300" cy="1100565"/>
          </a:xfrm>
          <a:solidFill>
            <a:schemeClr val="tx1">
              <a:alpha val="80000"/>
            </a:schemeClr>
          </a:solidFill>
        </p:spPr>
        <p:txBody>
          <a:bodyPr lIns="180000" tIns="180000" rIns="252000" bIns="180000"/>
          <a:lstStyle>
            <a:lvl1pPr marL="0" indent="0" algn="r">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524778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437159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er Slide 2">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2411412"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3" name="Title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7" name="Subtitl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0" y="4110760"/>
            <a:ext cx="5956300" cy="1100565"/>
          </a:xfrm>
          <a:solidFill>
            <a:schemeClr val="tx1">
              <a:alpha val="80000"/>
            </a:schemeClr>
          </a:solidFill>
        </p:spPr>
        <p:txBody>
          <a:bodyPr lIns="252000" tIns="180000" rIns="180000" bIns="180000"/>
          <a:lstStyle>
            <a:lvl1pPr marL="0" indent="0" algn="l">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282858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Image Layout 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09600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7111800" y="3802899"/>
            <a:ext cx="4648200" cy="985000"/>
          </a:xfrm>
          <a:solidFill>
            <a:schemeClr val="bg1"/>
          </a:solidFill>
        </p:spPr>
        <p:txBody>
          <a:bodyPr lIns="180000" tIns="180000" rIns="180000" bIns="180000"/>
          <a:lstStyle>
            <a:lvl1pPr algn="r">
              <a:defRPr sz="6000" b="1" spc="-300">
                <a:solidFill>
                  <a:schemeClr val="tx1">
                    <a:lumMod val="75000"/>
                    <a:lumOff val="25000"/>
                  </a:schemeClr>
                </a:solidFill>
              </a:defRPr>
            </a:lvl1pPr>
          </a:lstStyle>
          <a:p>
            <a:r>
              <a:rPr lang="en-US" noProof="0"/>
              <a:t>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7111800" y="4787900"/>
            <a:ext cx="4648200" cy="1162800"/>
          </a:xfrm>
          <a:solidFill>
            <a:schemeClr val="tx1">
              <a:alpha val="80000"/>
            </a:schemeClr>
          </a:solidFill>
        </p:spPr>
        <p:txBody>
          <a:bodyPr lIns="180000" tIns="180000" rIns="180000" bIns="180000"/>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2668686"/>
            <a:ext cx="5472000" cy="2999426"/>
          </a:xfrm>
        </p:spPr>
        <p:txBody>
          <a:bodyPr anchor="b"/>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id="{1508F53F-6AA2-4060-904A-BC90211DC043}"/>
              </a:ext>
            </a:extLst>
          </p:cNvPr>
          <p:cNvSpPr/>
          <p:nvPr userDrawn="1"/>
        </p:nvSpPr>
        <p:spPr>
          <a:xfrm>
            <a:off x="9348588" y="3700775"/>
            <a:ext cx="2411412" cy="114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Image Layout 2">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5118100" y="1869795"/>
            <a:ext cx="6641900" cy="1124345"/>
          </a:xfrm>
          <a:solidFill>
            <a:schemeClr val="bg1">
              <a:lumMod val="95000"/>
            </a:schemeClr>
          </a:solidFill>
        </p:spPr>
        <p:txBody>
          <a:bodyPr lIns="180000" tIns="180000" rIns="180000" bIns="180000"/>
          <a:lstStyle>
            <a:lvl1pPr algn="l">
              <a:defRPr sz="6000" b="1" spc="-300">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5118334" y="2994141"/>
            <a:ext cx="6641626" cy="590155"/>
          </a:xfrm>
          <a:solidFill>
            <a:schemeClr val="tx1">
              <a:alpha val="80000"/>
            </a:schemeClr>
          </a:solidFill>
        </p:spPr>
        <p:txBody>
          <a:bodyPr lIns="180000" tIns="180000" rIns="180000" bIns="180000"/>
          <a:lstStyle>
            <a:lvl1pPr marL="0" indent="0" algn="l">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6288000" y="3763648"/>
            <a:ext cx="5472000" cy="2428351"/>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id="{FA5285E0-8F27-49C4-AADF-92A3B72D41FD}"/>
              </a:ext>
            </a:extLst>
          </p:cNvPr>
          <p:cNvSpPr/>
          <p:nvPr userDrawn="1"/>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38438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2307689"/>
            <a:ext cx="5472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2000" y="2815037"/>
            <a:ext cx="5472000" cy="33769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mparison Left Placeholder 2">
            <a:extLst>
              <a:ext uri="{FF2B5EF4-FFF2-40B4-BE49-F238E27FC236}">
                <a16:creationId xmlns:a16="http://schemas.microsoft.com/office/drawing/2014/main" id="{78A963F8-6F6E-440E-B3B3-DDE13C083A36}"/>
              </a:ext>
            </a:extLst>
          </p:cNvPr>
          <p:cNvSpPr>
            <a:spLocks noGrp="1"/>
          </p:cNvSpPr>
          <p:nvPr>
            <p:ph type="body" sz="quarter" idx="13"/>
          </p:nvPr>
        </p:nvSpPr>
        <p:spPr>
          <a:xfrm>
            <a:off x="6300000" y="2308214"/>
            <a:ext cx="5472000" cy="358775"/>
          </a:xfrm>
        </p:spPr>
        <p:txBody>
          <a:bodyPr/>
          <a:lstStyle>
            <a:lvl1pPr marL="0" indent="0">
              <a:buNone/>
              <a:defRPr sz="2400" b="1"/>
            </a:lvl1pPr>
          </a:lstStyle>
          <a:p>
            <a:pPr lvl="0"/>
            <a:r>
              <a:rPr lang="en-US" noProof="0"/>
              <a:t>Click to edit Master text styles</a:t>
            </a:r>
          </a:p>
        </p:txBody>
      </p:sp>
      <p:sp>
        <p:nvSpPr>
          <p:cNvPr id="8" name="Text Placeholder 4">
            <a:extLst>
              <a:ext uri="{FF2B5EF4-FFF2-40B4-BE49-F238E27FC236}">
                <a16:creationId xmlns:a16="http://schemas.microsoft.com/office/drawing/2014/main" id="{DF0A5256-B267-47DA-858A-0F3867CB6139}"/>
              </a:ext>
            </a:extLst>
          </p:cNvPr>
          <p:cNvSpPr>
            <a:spLocks noGrp="1"/>
          </p:cNvSpPr>
          <p:nvPr>
            <p:ph type="body" sz="quarter" idx="12"/>
          </p:nvPr>
        </p:nvSpPr>
        <p:spPr>
          <a:xfrm>
            <a:off x="6299887" y="2812214"/>
            <a:ext cx="5472113" cy="337903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0" name="Rectangle 9" descr="Accent block left">
            <a:extLst>
              <a:ext uri="{FF2B5EF4-FFF2-40B4-BE49-F238E27FC236}">
                <a16:creationId xmlns:a16="http://schemas.microsoft.com/office/drawing/2014/main" id="{BBC0CAF5-0DE6-4BEA-824E-124A54A76AC6}"/>
              </a:ext>
              <a:ext uri="{C183D7F6-B498-43B3-948B-1728B52AA6E4}">
                <adec:decorative xmlns:adec="http://schemas.microsoft.com/office/drawing/2017/decorative" val="1"/>
              </a:ext>
            </a:extLst>
          </p:cNvPr>
          <p:cNvSpPr/>
          <p:nvPr userDrawn="1"/>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1" name="Rectangle 10" descr="Accent bar right&#10;">
            <a:extLst>
              <a:ext uri="{FF2B5EF4-FFF2-40B4-BE49-F238E27FC236}">
                <a16:creationId xmlns:a16="http://schemas.microsoft.com/office/drawing/2014/main" id="{ED008080-B2F5-441A-8B15-30AE86BBF943}"/>
              </a:ext>
              <a:ext uri="{C183D7F6-B498-43B3-948B-1728B52AA6E4}">
                <adec:decorative xmlns:adec="http://schemas.microsoft.com/office/drawing/2017/decorative" val="1"/>
              </a:ext>
            </a:extLst>
          </p:cNvPr>
          <p:cNvSpPr/>
          <p:nvPr userDrawn="1"/>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12192000" cy="6371350"/>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6096000" y="5359400"/>
            <a:ext cx="5664000" cy="565899"/>
          </a:xfrm>
          <a:solidFill>
            <a:schemeClr val="tx1"/>
          </a:solidFill>
        </p:spPr>
        <p:txBody>
          <a:bodyPr lIns="180000" tIns="180000" rIns="180000" bIns="180000" anchor="ctr"/>
          <a:lstStyle>
            <a:lvl1pPr marL="0" indent="0" algn="r">
              <a:buNone/>
              <a:defRPr>
                <a:solidFill>
                  <a:schemeClr val="bg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5" name="Title 4">
            <a:extLst>
              <a:ext uri="{FF2B5EF4-FFF2-40B4-BE49-F238E27FC236}">
                <a16:creationId xmlns:a16="http://schemas.microsoft.com/office/drawing/2014/main" id="{7F8E7C83-06D7-4C5B-85B7-0E5713B4FAB3}"/>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102" cy="6804025"/>
          </a:xfrm>
          <a:solidFill>
            <a:schemeClr val="bg1">
              <a:lumMod val="85000"/>
            </a:schemeClr>
          </a:solidFill>
        </p:spPr>
        <p:txBody>
          <a:bodyPr tIns="0"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8458200" y="2798354"/>
            <a:ext cx="3733800" cy="1013684"/>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Thank You</a:t>
            </a:r>
          </a:p>
        </p:txBody>
      </p:sp>
      <p:sp>
        <p:nvSpPr>
          <p:cNvPr id="9" name="Text Placeholder 5">
            <a:extLst>
              <a:ext uri="{FF2B5EF4-FFF2-40B4-BE49-F238E27FC236}">
                <a16:creationId xmlns:a16="http://schemas.microsoft.com/office/drawing/2014/main" id="{52FA7FC9-E40E-4144-84E4-34E3722E9A6D}"/>
              </a:ext>
            </a:extLst>
          </p:cNvPr>
          <p:cNvSpPr>
            <a:spLocks noGrp="1"/>
          </p:cNvSpPr>
          <p:nvPr>
            <p:ph type="body" sz="quarter" idx="15" hasCustomPrompt="1"/>
          </p:nvPr>
        </p:nvSpPr>
        <p:spPr>
          <a:xfrm>
            <a:off x="8458200" y="3957705"/>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Full Name</a:t>
            </a:r>
          </a:p>
        </p:txBody>
      </p:sp>
      <p:sp>
        <p:nvSpPr>
          <p:cNvPr id="10" name="Text Placeholder 6">
            <a:extLst>
              <a:ext uri="{FF2B5EF4-FFF2-40B4-BE49-F238E27FC236}">
                <a16:creationId xmlns:a16="http://schemas.microsoft.com/office/drawing/2014/main" id="{97289182-4FE6-4A18-9775-4588D5801CF6}"/>
              </a:ext>
            </a:extLst>
          </p:cNvPr>
          <p:cNvSpPr>
            <a:spLocks noGrp="1"/>
          </p:cNvSpPr>
          <p:nvPr>
            <p:ph type="body" sz="quarter" idx="16" hasCustomPrompt="1"/>
          </p:nvPr>
        </p:nvSpPr>
        <p:spPr>
          <a:xfrm>
            <a:off x="8458200" y="4306722"/>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1" name="Text Placeholder 7">
            <a:extLst>
              <a:ext uri="{FF2B5EF4-FFF2-40B4-BE49-F238E27FC236}">
                <a16:creationId xmlns:a16="http://schemas.microsoft.com/office/drawing/2014/main" id="{BD4E94C7-6CAF-4FEE-9E02-D3D3A2AC5EAF}"/>
              </a:ext>
            </a:extLst>
          </p:cNvPr>
          <p:cNvSpPr>
            <a:spLocks noGrp="1"/>
          </p:cNvSpPr>
          <p:nvPr>
            <p:ph type="body" sz="quarter" idx="17" hasCustomPrompt="1"/>
          </p:nvPr>
        </p:nvSpPr>
        <p:spPr>
          <a:xfrm>
            <a:off x="8458200" y="4655739"/>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2" name="Text Placeholder 8">
            <a:extLst>
              <a:ext uri="{FF2B5EF4-FFF2-40B4-BE49-F238E27FC236}">
                <a16:creationId xmlns:a16="http://schemas.microsoft.com/office/drawing/2014/main" id="{0DE421A3-3C59-48FC-BC3B-007ADFBEB4FE}"/>
              </a:ext>
            </a:extLst>
          </p:cNvPr>
          <p:cNvSpPr>
            <a:spLocks noGrp="1"/>
          </p:cNvSpPr>
          <p:nvPr>
            <p:ph type="body" sz="quarter" idx="18" hasCustomPrompt="1"/>
          </p:nvPr>
        </p:nvSpPr>
        <p:spPr>
          <a:xfrm>
            <a:off x="8458200" y="5004756"/>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8458200" y="2685912"/>
            <a:ext cx="3733800"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222FB6A7-1E80-487C-93E6-DCAA8751EF21}"/>
              </a:ext>
            </a:extLst>
          </p:cNvPr>
          <p:cNvSpPr>
            <a:spLocks noGrp="1"/>
          </p:cNvSpPr>
          <p:nvPr>
            <p:ph type="sldNum" sz="quarter" idx="20"/>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04966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1512000"/>
            <a:ext cx="5472000" cy="468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4">
            <a:extLst>
              <a:ext uri="{FF2B5EF4-FFF2-40B4-BE49-F238E27FC236}">
                <a16:creationId xmlns:a16="http://schemas.microsoft.com/office/drawing/2014/main" id="{7867C73D-EE16-41D1-B7CE-A35C765E3B8D}"/>
              </a:ext>
            </a:extLst>
          </p:cNvPr>
          <p:cNvSpPr>
            <a:spLocks noGrp="1"/>
          </p:cNvSpPr>
          <p:nvPr>
            <p:ph type="body" sz="quarter" idx="12"/>
          </p:nvPr>
        </p:nvSpPr>
        <p:spPr>
          <a:xfrm>
            <a:off x="6299887" y="1511250"/>
            <a:ext cx="5472113" cy="468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360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511476"/>
            <a:ext cx="3600450" cy="467924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5">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511475"/>
            <a:ext cx="3600450"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216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a:t>Click to edit Master subtitle style</a:t>
            </a:r>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57760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11" name="Text Placeholder 2">
            <a:extLst>
              <a:ext uri="{FF2B5EF4-FFF2-40B4-BE49-F238E27FC236}">
                <a16:creationId xmlns:a16="http://schemas.microsoft.com/office/drawing/2014/main" id="{14B95064-E6BF-43CD-ACBD-6363E8D9BF6A}"/>
              </a:ext>
            </a:extLst>
          </p:cNvPr>
          <p:cNvSpPr>
            <a:spLocks noGrp="1"/>
          </p:cNvSpPr>
          <p:nvPr>
            <p:ph type="body" idx="1"/>
          </p:nvPr>
        </p:nvSpPr>
        <p:spPr>
          <a:xfrm>
            <a:off x="0" y="4114627"/>
            <a:ext cx="5956300" cy="1095056"/>
          </a:xfrm>
          <a:solidFill>
            <a:schemeClr val="tx1">
              <a:alpha val="80000"/>
            </a:schemeClr>
          </a:solidFill>
        </p:spPr>
        <p:txBody>
          <a:bodyPr vert="horz" lIns="252000" tIns="180000" rIns="180000" bIns="180000" rtlCol="0">
            <a:noAutofit/>
          </a:bodyPr>
          <a:lstStyle>
            <a:lvl1pPr marL="0" indent="0" algn="l">
              <a:buNone/>
              <a:defRPr lang="en-US">
                <a:solidFill>
                  <a:schemeClr val="bg1"/>
                </a:solidFill>
              </a:defRPr>
            </a:lvl1pPr>
          </a:lstStyle>
          <a:p>
            <a:pPr marL="266700" lvl="0" indent="-266700"/>
            <a:r>
              <a:rPr lang="en-US" noProof="0"/>
              <a:t>Click to edit Master text styles</a:t>
            </a:r>
          </a:p>
        </p:txBody>
      </p:sp>
    </p:spTree>
    <p:extLst>
      <p:ext uri="{BB962C8B-B14F-4D97-AF65-F5344CB8AC3E}">
        <p14:creationId xmlns:p14="http://schemas.microsoft.com/office/powerpoint/2010/main" val="3982563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008000"/>
            <a:ext cx="11328000" cy="5183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6207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9" name="Content Placeholder 3">
            <a:extLst>
              <a:ext uri="{FF2B5EF4-FFF2-40B4-BE49-F238E27FC236}">
                <a16:creationId xmlns:a16="http://schemas.microsoft.com/office/drawing/2014/main" id="{EE1E0B79-3CC8-4DCF-8AEC-AC43BC9A3048}"/>
              </a:ext>
            </a:extLst>
          </p:cNvPr>
          <p:cNvSpPr>
            <a:spLocks noGrp="1"/>
          </p:cNvSpPr>
          <p:nvPr>
            <p:ph sz="half" idx="2"/>
          </p:nvPr>
        </p:nvSpPr>
        <p:spPr>
          <a:xfrm>
            <a:off x="6311886" y="1007250"/>
            <a:ext cx="5460114" cy="51697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2">
            <a:extLst>
              <a:ext uri="{FF2B5EF4-FFF2-40B4-BE49-F238E27FC236}">
                <a16:creationId xmlns:a16="http://schemas.microsoft.com/office/drawing/2014/main" id="{15546508-E26C-46CD-8939-D20E71BF4ED7}"/>
              </a:ext>
            </a:extLst>
          </p:cNvPr>
          <p:cNvSpPr>
            <a:spLocks noGrp="1"/>
          </p:cNvSpPr>
          <p:nvPr>
            <p:ph sz="half" idx="1"/>
          </p:nvPr>
        </p:nvSpPr>
        <p:spPr>
          <a:xfrm>
            <a:off x="431999" y="1007250"/>
            <a:ext cx="5448115" cy="51697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155533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016231"/>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2" name="Rectangle 11" descr="Accent bar right&#10;">
            <a:extLst>
              <a:ext uri="{FF2B5EF4-FFF2-40B4-BE49-F238E27FC236}">
                <a16:creationId xmlns:a16="http://schemas.microsoft.com/office/drawing/2014/main" id="{3E8A46E0-47C2-4441-B7DD-F621A80F1FC8}"/>
              </a:ext>
              <a:ext uri="{C183D7F6-B498-43B3-948B-1728B52AA6E4}">
                <adec:decorative xmlns:adec="http://schemas.microsoft.com/office/drawing/2017/decorative" val="1"/>
              </a:ext>
            </a:extLst>
          </p:cNvPr>
          <p:cNvSpPr/>
          <p:nvPr userDrawn="1"/>
        </p:nvSpPr>
        <p:spPr>
          <a:xfrm>
            <a:off x="6299887" y="1016231"/>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Text Placeholder 2">
            <a:extLst>
              <a:ext uri="{FF2B5EF4-FFF2-40B4-BE49-F238E27FC236}">
                <a16:creationId xmlns:a16="http://schemas.microsoft.com/office/drawing/2014/main" id="{D902C307-6561-4E11-9899-1F34830AE8AB}"/>
              </a:ext>
            </a:extLst>
          </p:cNvPr>
          <p:cNvSpPr>
            <a:spLocks noGrp="1"/>
          </p:cNvSpPr>
          <p:nvPr>
            <p:ph type="body" idx="1"/>
          </p:nvPr>
        </p:nvSpPr>
        <p:spPr>
          <a:xfrm>
            <a:off x="431800" y="1224128"/>
            <a:ext cx="5448115"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6" name="Text Placeholder 4">
            <a:extLst>
              <a:ext uri="{FF2B5EF4-FFF2-40B4-BE49-F238E27FC236}">
                <a16:creationId xmlns:a16="http://schemas.microsoft.com/office/drawing/2014/main" id="{CD73439B-6B1B-47C5-B2B0-409015FB3398}"/>
              </a:ext>
            </a:extLst>
          </p:cNvPr>
          <p:cNvSpPr>
            <a:spLocks noGrp="1"/>
          </p:cNvSpPr>
          <p:nvPr>
            <p:ph type="body" sz="quarter" idx="3"/>
          </p:nvPr>
        </p:nvSpPr>
        <p:spPr>
          <a:xfrm>
            <a:off x="6312086" y="1224128"/>
            <a:ext cx="5447914"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7" name="Content Placeholder 5">
            <a:extLst>
              <a:ext uri="{FF2B5EF4-FFF2-40B4-BE49-F238E27FC236}">
                <a16:creationId xmlns:a16="http://schemas.microsoft.com/office/drawing/2014/main" id="{12AC6878-44C6-4445-A225-70C0DC482EDF}"/>
              </a:ext>
            </a:extLst>
          </p:cNvPr>
          <p:cNvSpPr>
            <a:spLocks noGrp="1"/>
          </p:cNvSpPr>
          <p:nvPr>
            <p:ph sz="quarter" idx="4"/>
          </p:nvPr>
        </p:nvSpPr>
        <p:spPr>
          <a:xfrm>
            <a:off x="6299886" y="1955731"/>
            <a:ext cx="5447914" cy="423393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Placeholder 3">
            <a:extLst>
              <a:ext uri="{FF2B5EF4-FFF2-40B4-BE49-F238E27FC236}">
                <a16:creationId xmlns:a16="http://schemas.microsoft.com/office/drawing/2014/main" id="{6D675DA8-374F-4915-973A-53612A41FFC1}"/>
              </a:ext>
            </a:extLst>
          </p:cNvPr>
          <p:cNvSpPr>
            <a:spLocks noGrp="1"/>
          </p:cNvSpPr>
          <p:nvPr>
            <p:ph sz="half" idx="2"/>
          </p:nvPr>
        </p:nvSpPr>
        <p:spPr>
          <a:xfrm>
            <a:off x="431800" y="1943031"/>
            <a:ext cx="5447914" cy="424663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625315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892926"/>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Content Placeholder 2">
            <a:extLst>
              <a:ext uri="{FF2B5EF4-FFF2-40B4-BE49-F238E27FC236}">
                <a16:creationId xmlns:a16="http://schemas.microsoft.com/office/drawing/2014/main" id="{85B68CA9-AC4C-4D15-9BA1-A9F1AC5606DA}"/>
              </a:ext>
            </a:extLst>
          </p:cNvPr>
          <p:cNvSpPr>
            <a:spLocks noGrp="1"/>
          </p:cNvSpPr>
          <p:nvPr>
            <p:ph idx="1"/>
          </p:nvPr>
        </p:nvSpPr>
        <p:spPr>
          <a:xfrm>
            <a:off x="4788816" y="432001"/>
            <a:ext cx="6971184" cy="5429050"/>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3">
            <a:extLst>
              <a:ext uri="{FF2B5EF4-FFF2-40B4-BE49-F238E27FC236}">
                <a16:creationId xmlns:a16="http://schemas.microsoft.com/office/drawing/2014/main" id="{29B24D8A-D8A5-4F57-A260-A4CF75FCB3BD}"/>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801432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892926"/>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9" name="Text Placeholder 3">
            <a:extLst>
              <a:ext uri="{FF2B5EF4-FFF2-40B4-BE49-F238E27FC236}">
                <a16:creationId xmlns:a16="http://schemas.microsoft.com/office/drawing/2014/main" id="{3E50A411-2E68-4F4D-B4BC-62E87C633658}"/>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0" name="Picture Placeholder 2">
            <a:extLst>
              <a:ext uri="{FF2B5EF4-FFF2-40B4-BE49-F238E27FC236}">
                <a16:creationId xmlns:a16="http://schemas.microsoft.com/office/drawing/2014/main" id="{2FBF39A8-0BD5-48FD-9993-F595D4F727C1}"/>
              </a:ext>
            </a:extLst>
          </p:cNvPr>
          <p:cNvSpPr>
            <a:spLocks noGrp="1"/>
          </p:cNvSpPr>
          <p:nvPr>
            <p:ph type="pic" idx="1"/>
          </p:nvPr>
        </p:nvSpPr>
        <p:spPr>
          <a:xfrm>
            <a:off x="4788816" y="432001"/>
            <a:ext cx="6971184" cy="54290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2040633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853CF994-8B2C-443F-B695-7378DD360DAA}"/>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id="{90694D9D-C633-4D52-965E-E5BBD9883037}"/>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139767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id="{90694D9D-C633-4D52-965E-E5BBD9883037}"/>
              </a:ext>
            </a:extLst>
          </p:cNvPr>
          <p:cNvSpPr>
            <a:spLocks noGrp="1"/>
          </p:cNvSpPr>
          <p:nvPr>
            <p:ph type="title"/>
          </p:nvPr>
        </p:nvSpPr>
        <p:spPr/>
        <p:txBody>
          <a:bodyPr/>
          <a:lstStyle/>
          <a:p>
            <a:r>
              <a:rPr lang="en-US" noProof="0"/>
              <a:t>Click to edit Master title style</a:t>
            </a:r>
          </a:p>
        </p:txBody>
      </p:sp>
      <p:sp>
        <p:nvSpPr>
          <p:cNvPr id="6" name="Text Placeholder 5">
            <a:extLst>
              <a:ext uri="{FF2B5EF4-FFF2-40B4-BE49-F238E27FC236}">
                <a16:creationId xmlns:a16="http://schemas.microsoft.com/office/drawing/2014/main" id="{0DB3A426-6D4A-4D91-ACD6-A2C25BAE44E3}"/>
              </a:ext>
            </a:extLst>
          </p:cNvPr>
          <p:cNvSpPr>
            <a:spLocks noGrp="1"/>
          </p:cNvSpPr>
          <p:nvPr>
            <p:ph type="body" sz="quarter" idx="14"/>
          </p:nvPr>
        </p:nvSpPr>
        <p:spPr>
          <a:xfrm>
            <a:off x="1664370" y="2033588"/>
            <a:ext cx="8863262" cy="2790825"/>
          </a:xfrm>
        </p:spPr>
        <p:txBody>
          <a:bodyPr anchor="ctr"/>
          <a:lstStyle>
            <a:lvl1pPr marL="0" indent="0" algn="ctr">
              <a:buNone/>
              <a:defRPr sz="6000"/>
            </a:lvl1pPr>
            <a:lvl2pPr marL="266700" indent="0">
              <a:buNone/>
              <a:defRPr/>
            </a:lvl2pPr>
          </a:lstStyle>
          <a:p>
            <a:pPr lvl="0"/>
            <a:r>
              <a:rPr lang="en-US" noProof="0"/>
              <a:t>Click to edit Master text styles</a:t>
            </a:r>
          </a:p>
        </p:txBody>
      </p:sp>
    </p:spTree>
    <p:extLst>
      <p:ext uri="{BB962C8B-B14F-4D97-AF65-F5344CB8AC3E}">
        <p14:creationId xmlns:p14="http://schemas.microsoft.com/office/powerpoint/2010/main" val="28772436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3900433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EB0D177-9AA4-42F4-9CD7-CD206217CA6D}"/>
              </a:ext>
            </a:extLst>
          </p:cNvPr>
          <p:cNvSpPr/>
          <p:nvPr userDrawn="1"/>
        </p:nvSpPr>
        <p:spPr>
          <a:xfrm>
            <a:off x="9780101" y="6371351"/>
            <a:ext cx="1979897" cy="431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a16="http://schemas.microsoft.com/office/drawing/2014/main" id="{C825DB53-D610-4A40-AFDC-EBC47DB613CE}"/>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eform: Shape 30">
            <a:extLst>
              <a:ext uri="{FF2B5EF4-FFF2-40B4-BE49-F238E27FC236}">
                <a16:creationId xmlns:a16="http://schemas.microsoft.com/office/drawing/2014/main" id="{C2B9A6A4-83D0-40B1-8B15-964C84BF0705}"/>
              </a:ext>
            </a:extLst>
          </p:cNvPr>
          <p:cNvSpPr/>
          <p:nvPr userDrawn="1"/>
        </p:nvSpPr>
        <p:spPr>
          <a:xfrm>
            <a:off x="0" y="6371351"/>
            <a:ext cx="9780102" cy="432000"/>
          </a:xfrm>
          <a:custGeom>
            <a:avLst/>
            <a:gdLst>
              <a:gd name="connsiteX0" fmla="*/ 0 w 9780102"/>
              <a:gd name="connsiteY0" fmla="*/ 0 h 432000"/>
              <a:gd name="connsiteX1" fmla="*/ 9780102 w 9780102"/>
              <a:gd name="connsiteY1" fmla="*/ 0 h 432000"/>
              <a:gd name="connsiteX2" fmla="*/ 9780102 w 9780102"/>
              <a:gd name="connsiteY2" fmla="*/ 432000 h 432000"/>
              <a:gd name="connsiteX3" fmla="*/ 0 w 978010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9780102" h="432000">
                <a:moveTo>
                  <a:pt x="0" y="0"/>
                </a:moveTo>
                <a:lnTo>
                  <a:pt x="9780102" y="0"/>
                </a:lnTo>
                <a:lnTo>
                  <a:pt x="9780102" y="432000"/>
                </a:lnTo>
                <a:lnTo>
                  <a:pt x="0" y="432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439820"/>
            <a:ext cx="5664000" cy="29506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fld id="{19B51A1E-902D-48AF-9020-955120F399B6}" type="slidenum">
              <a:rPr lang="en-US" noProof="0" smtClean="0"/>
              <a:pPr/>
              <a:t>‹#›</a:t>
            </a:fld>
            <a:endParaRPr lang="en-US" noProof="0" dirty="0"/>
          </a:p>
        </p:txBody>
      </p:sp>
      <p:sp>
        <p:nvSpPr>
          <p:cNvPr id="4" name="TextBox 3">
            <a:extLst>
              <a:ext uri="{FF2B5EF4-FFF2-40B4-BE49-F238E27FC236}">
                <a16:creationId xmlns:a16="http://schemas.microsoft.com/office/drawing/2014/main" id="{34FDC6F9-37F9-4E25-AECA-D307B8421C73}"/>
              </a:ext>
            </a:extLst>
          </p:cNvPr>
          <p:cNvSpPr txBox="1"/>
          <p:nvPr userDrawn="1"/>
        </p:nvSpPr>
        <p:spPr>
          <a:xfrm>
            <a:off x="10243100" y="6422491"/>
            <a:ext cx="1053900" cy="380860"/>
          </a:xfrm>
          <a:prstGeom prst="rect">
            <a:avLst/>
          </a:prstGeom>
          <a:noFill/>
        </p:spPr>
        <p:txBody>
          <a:bodyPr wrap="square" tIns="108000" bIns="0" rtlCol="0" anchor="ctr">
            <a:spAutoFit/>
          </a:bodyPr>
          <a:lstStyle/>
          <a:p>
            <a:pPr algn="r">
              <a:lnSpc>
                <a:spcPts val="1000"/>
              </a:lnSpc>
            </a:pPr>
            <a:r>
              <a:rPr lang="en-US" sz="2500" b="1" i="0" spc="-100" baseline="0" noProof="0" dirty="0">
                <a:solidFill>
                  <a:schemeClr val="accent1"/>
                </a:solidFill>
                <a:latin typeface="+mj-lt"/>
              </a:rPr>
              <a:t>TREY</a:t>
            </a:r>
            <a:r>
              <a:rPr lang="en-US" sz="1600" b="1" i="0" spc="-100" baseline="0" noProof="0" dirty="0">
                <a:solidFill>
                  <a:schemeClr val="accent1"/>
                </a:solidFill>
                <a:latin typeface="+mj-lt"/>
              </a:rPr>
              <a:t> </a:t>
            </a:r>
            <a:br>
              <a:rPr lang="en-US" sz="1600" b="1" i="0" spc="-100" baseline="0" noProof="0" dirty="0">
                <a:solidFill>
                  <a:schemeClr val="accent1"/>
                </a:solidFill>
                <a:latin typeface="+mj-lt"/>
              </a:rPr>
            </a:br>
            <a:r>
              <a:rPr lang="en-US" sz="1200" b="0" i="0" spc="140" baseline="0" noProof="0" dirty="0">
                <a:solidFill>
                  <a:schemeClr val="tx1">
                    <a:lumMod val="75000"/>
                    <a:lumOff val="25000"/>
                  </a:schemeClr>
                </a:solidFill>
                <a:latin typeface="+mj-lt"/>
              </a:rPr>
              <a:t>research</a:t>
            </a:r>
          </a:p>
        </p:txBody>
      </p:sp>
      <p:sp>
        <p:nvSpPr>
          <p:cNvPr id="9" name="Rectangle 8">
            <a:extLst>
              <a:ext uri="{FF2B5EF4-FFF2-40B4-BE49-F238E27FC236}">
                <a16:creationId xmlns:a16="http://schemas.microsoft.com/office/drawing/2014/main" id="{4BC39664-EB8B-4A32-915A-D4308F79277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9B49670D-8F18-44A8-B217-67B412095C0D}"/>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030FA059-EC32-4FFF-9673-48849B2FA43A}"/>
              </a:ext>
            </a:extLst>
          </p:cNvPr>
          <p:cNvCxnSpPr>
            <a:cxnSpLocks/>
          </p:cNvCxnSpPr>
          <p:nvPr userDrawn="1"/>
        </p:nvCxnSpPr>
        <p:spPr>
          <a:xfrm flipH="1">
            <a:off x="1" y="6371351"/>
            <a:ext cx="1219199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6" r:id="rId5"/>
    <p:sldLayoutId id="2147483659" r:id="rId6"/>
    <p:sldLayoutId id="2147483660" r:id="rId7"/>
    <p:sldLayoutId id="2147483664" r:id="rId8"/>
    <p:sldLayoutId id="2147483650" r:id="rId9"/>
    <p:sldLayoutId id="2147483652" r:id="rId10"/>
    <p:sldLayoutId id="2147483656" r:id="rId11"/>
    <p:sldLayoutId id="2147483657" r:id="rId12"/>
    <p:sldLayoutId id="2147483667" r:id="rId13"/>
    <p:sldLayoutId id="2147483668" r:id="rId14"/>
    <p:sldLayoutId id="2147483669" r:id="rId15"/>
    <p:sldLayoutId id="2147483670" r:id="rId16"/>
    <p:sldLayoutId id="2147483671" r:id="rId17"/>
    <p:sldLayoutId id="2147483673" r:id="rId18"/>
    <p:sldLayoutId id="2147483674" r:id="rId19"/>
    <p:sldLayoutId id="2147483654" r:id="rId20"/>
    <p:sldLayoutId id="2147483655" r:id="rId21"/>
    <p:sldLayoutId id="2147483675" r:id="rId22"/>
    <p:sldLayoutId id="2147483672" r:id="rId23"/>
  </p:sldLayoutIdLst>
  <p:hf hdr="0" dt="0"/>
  <p:txStyles>
    <p:title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Hands coming together in circle">
            <a:extLst>
              <a:ext uri="{FF2B5EF4-FFF2-40B4-BE49-F238E27FC236}">
                <a16:creationId xmlns:a16="http://schemas.microsoft.com/office/drawing/2014/main" id="{AA8A1CBA-9BB5-2246-9F4B-98EAD7C90158}"/>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a:xfrm>
            <a:off x="3200400" y="2811053"/>
            <a:ext cx="8991600" cy="1261295"/>
          </a:xfrm>
        </p:spPr>
        <p:txBody>
          <a:bodyPr/>
          <a:lstStyle/>
          <a:p>
            <a:pPr algn="ctr"/>
            <a:r>
              <a:rPr lang="ru-RU" sz="4000" b="1" dirty="0">
                <a:effectLst/>
                <a:latin typeface="Montserrat" panose="00000500000000000000" pitchFamily="2" charset="0"/>
              </a:rPr>
              <a:t>HTML 5 Geolocation API и работа с Geo данни в Web</a:t>
            </a:r>
            <a:br>
              <a:rPr lang="ru-RU" sz="4000" b="1" dirty="0">
                <a:effectLst/>
                <a:latin typeface="Montserrat" panose="00000500000000000000" pitchFamily="2" charset="0"/>
              </a:rPr>
            </a:br>
            <a:br>
              <a:rPr lang="ru-RU" sz="4000" dirty="0"/>
            </a:br>
            <a:endParaRPr lang="en-US" sz="4000" dirty="0"/>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a:xfrm>
            <a:off x="3316147" y="4241800"/>
            <a:ext cx="6580188" cy="580921"/>
          </a:xfrm>
        </p:spPr>
        <p:txBody>
          <a:bodyPr/>
          <a:lstStyle/>
          <a:p>
            <a:pPr algn="ctr"/>
            <a:r>
              <a:rPr lang="bg-BG" sz="2400" dirty="0"/>
              <a:t>Дейвид Каменов 62585</a:t>
            </a:r>
            <a:endParaRPr lang="en-US" sz="2400" dirty="0"/>
          </a:p>
        </p:txBody>
      </p:sp>
    </p:spTree>
    <p:extLst>
      <p:ext uri="{BB962C8B-B14F-4D97-AF65-F5344CB8AC3E}">
        <p14:creationId xmlns:p14="http://schemas.microsoft.com/office/powerpoint/2010/main" val="3989923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p:txBody>
          <a:bodyPr/>
          <a:lstStyle/>
          <a:p>
            <a:pPr marL="0" indent="0">
              <a:buNone/>
            </a:pPr>
            <a:r>
              <a:rPr lang="en-US" sz="3600" b="1" dirty="0">
                <a:solidFill>
                  <a:schemeClr val="tx1"/>
                </a:solidFill>
              </a:rPr>
              <a:t>Geolocation API</a:t>
            </a:r>
          </a:p>
          <a:p>
            <a:pPr algn="l"/>
            <a:r>
              <a:rPr lang="ru-RU" sz="2400" b="1" i="0" dirty="0">
                <a:solidFill>
                  <a:schemeClr val="tx1"/>
                </a:solidFill>
                <a:effectLst/>
                <a:latin typeface="Söhne"/>
              </a:rPr>
              <a:t>HTML 5 Geolocation API е инструмент, който позволява на уеб приложенията да използват географски данни от устройствата на потребителите. Това е вграден API, който е на разположение на всички съвременни уеб браузъри и позволява лесен достъп до географската информация на потребителите.</a:t>
            </a:r>
          </a:p>
          <a:p>
            <a:pPr marL="0" indent="0">
              <a:buNone/>
            </a:pPr>
            <a:br>
              <a:rPr lang="ru-RU" sz="2400" b="1" dirty="0">
                <a:solidFill>
                  <a:schemeClr val="tx1"/>
                </a:solidFill>
              </a:rPr>
            </a:br>
            <a:endParaRPr lang="en-US" sz="2400" b="1" dirty="0">
              <a:solidFill>
                <a:schemeClr val="tx1"/>
              </a:solidFill>
            </a:endParaRPr>
          </a:p>
        </p:txBody>
      </p:sp>
      <p:pic>
        <p:nvPicPr>
          <p:cNvPr id="9" name="Picture Placeholder 8" descr="Handing touching mobile phone">
            <a:extLst>
              <a:ext uri="{FF2B5EF4-FFF2-40B4-BE49-F238E27FC236}">
                <a16:creationId xmlns:a16="http://schemas.microsoft.com/office/drawing/2014/main" id="{A9A75888-22E3-1D43-9112-DA02186070B5}"/>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a:fillRect/>
          </a:stretch>
        </p:blipFill>
        <p:spPr/>
      </p:pic>
      <p:sp>
        <p:nvSpPr>
          <p:cNvPr id="20" name="Rectangle 19">
            <a:extLst>
              <a:ext uri="{FF2B5EF4-FFF2-40B4-BE49-F238E27FC236}">
                <a16:creationId xmlns:a16="http://schemas.microsoft.com/office/drawing/2014/main" id="{EFA08948-2B6F-46B1-9D2D-8D7B2B3FBD56}"/>
              </a:ext>
              <a:ext uri="{C183D7F6-B498-43B3-948B-1728B52AA6E4}">
                <adec:decorative xmlns:adec="http://schemas.microsoft.com/office/drawing/2017/decorative" val="1"/>
              </a:ext>
            </a:extLst>
          </p:cNvPr>
          <p:cNvSpPr/>
          <p:nvPr/>
        </p:nvSpPr>
        <p:spPr>
          <a:xfrm>
            <a:off x="9348588" y="3688075"/>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p:txBody>
          <a:bodyPr/>
          <a:lstStyle/>
          <a:p>
            <a:r>
              <a:rPr lang="bg-BG" sz="3600" dirty="0"/>
              <a:t>Какво е </a:t>
            </a:r>
            <a:r>
              <a:rPr lang="en-US" sz="3600" dirty="0"/>
              <a:t>Geolocation  API</a:t>
            </a: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1329746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Hand writing on post-it note">
            <a:extLst>
              <a:ext uri="{FF2B5EF4-FFF2-40B4-BE49-F238E27FC236}">
                <a16:creationId xmlns:a16="http://schemas.microsoft.com/office/drawing/2014/main" id="{7E468295-904F-0743-AD06-67DA21353B9E}"/>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a:stretch/>
        </p:blipFill>
        <p:spPr>
          <a:xfrm>
            <a:off x="0" y="-1"/>
            <a:ext cx="6096000" cy="6371351"/>
          </a:xfrm>
        </p:spPr>
      </p:pic>
      <p:sp>
        <p:nvSpPr>
          <p:cNvPr id="20" name="Rectangle 19">
            <a:extLst>
              <a:ext uri="{FF2B5EF4-FFF2-40B4-BE49-F238E27FC236}">
                <a16:creationId xmlns:a16="http://schemas.microsoft.com/office/drawing/2014/main" id="{EFA08948-2B6F-46B1-9D2D-8D7B2B3FBD56}"/>
              </a:ext>
              <a:ext uri="{C183D7F6-B498-43B3-948B-1728B52AA6E4}">
                <adec:decorative xmlns:adec="http://schemas.microsoft.com/office/drawing/2017/decorative" val="1"/>
              </a:ext>
            </a:extLst>
          </p:cNvPr>
          <p:cNvSpPr/>
          <p:nvPr/>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5118100" y="1869795"/>
            <a:ext cx="6641900" cy="1124345"/>
          </a:xfrm>
        </p:spPr>
        <p:txBody>
          <a:bodyPr/>
          <a:lstStyle/>
          <a:p>
            <a:r>
              <a:rPr lang="bg-BG" sz="4400" dirty="0"/>
              <a:t>Как може да бъде използван</a:t>
            </a:r>
            <a:endParaRPr lang="en-US" sz="4400" dirty="0"/>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6287999" y="3356085"/>
            <a:ext cx="5472000" cy="2428351"/>
          </a:xfrm>
        </p:spPr>
        <p:txBody>
          <a:bodyPr/>
          <a:lstStyle/>
          <a:p>
            <a:pPr marL="0" indent="0">
              <a:buNone/>
            </a:pPr>
            <a:r>
              <a:rPr lang="ru-RU" sz="2400" b="1" i="0" dirty="0">
                <a:solidFill>
                  <a:schemeClr val="tx1"/>
                </a:solidFill>
                <a:effectLst/>
                <a:latin typeface="Söhne"/>
              </a:rPr>
              <a:t>С помощта на HTML 5 Geolocation API, можем да използваме географската информация, за да направим уеб приложенията по-интерактивни и персонализирани. Например, можем да покажем на потребителите местоположения на близки заведения, ресторанти или магазини, в зависимост от тяхната географска локация.</a:t>
            </a:r>
            <a:endParaRPr lang="en-US" sz="2400" b="1" dirty="0">
              <a:solidFill>
                <a:schemeClr val="tx1"/>
              </a:solidFill>
            </a:endParaRP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3</a:t>
            </a:fld>
            <a:endParaRPr lang="en-US" dirty="0"/>
          </a:p>
        </p:txBody>
      </p:sp>
    </p:spTree>
    <p:extLst>
      <p:ext uri="{BB962C8B-B14F-4D97-AF65-F5344CB8AC3E}">
        <p14:creationId xmlns:p14="http://schemas.microsoft.com/office/powerpoint/2010/main" val="722098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Desk with computer, phone, books, etc.">
            <a:extLst>
              <a:ext uri="{FF2B5EF4-FFF2-40B4-BE49-F238E27FC236}">
                <a16:creationId xmlns:a16="http://schemas.microsoft.com/office/drawing/2014/main" id="{2E7ADBC3-DECA-9F4C-9289-9E43C727592F}"/>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p:txBody>
          <a:bodyPr/>
          <a:lstStyle/>
          <a:p>
            <a:r>
              <a:rPr lang="bg-BG" sz="5400" dirty="0"/>
              <a:t>Как да използваме </a:t>
            </a:r>
            <a:r>
              <a:rPr lang="en-US" sz="5400" dirty="0"/>
              <a:t>Geolocation API</a:t>
            </a:r>
          </a:p>
        </p:txBody>
      </p:sp>
      <p:sp>
        <p:nvSpPr>
          <p:cNvPr id="5" name="Slide Number Placeholder 4">
            <a:extLst>
              <a:ext uri="{FF2B5EF4-FFF2-40B4-BE49-F238E27FC236}">
                <a16:creationId xmlns:a16="http://schemas.microsoft.com/office/drawing/2014/main" id="{BDD5A594-D852-43BB-B591-E9D9027253BD}"/>
              </a:ext>
            </a:extLst>
          </p:cNvPr>
          <p:cNvSpPr>
            <a:spLocks noGrp="1"/>
          </p:cNvSpPr>
          <p:nvPr>
            <p:ph type="sldNum" sz="quarter" idx="12"/>
          </p:nvPr>
        </p:nvSpPr>
        <p:spPr>
          <a:solidFill>
            <a:schemeClr val="tx1">
              <a:lumMod val="95000"/>
              <a:lumOff val="5000"/>
            </a:schemeClr>
          </a:solidFill>
        </p:spPr>
        <p:txBody>
          <a:bodyPr/>
          <a:lstStyle/>
          <a:p>
            <a:fld id="{19B51A1E-902D-48AF-9020-955120F399B6}" type="slidenum">
              <a:rPr lang="en-US" smtClean="0"/>
              <a:pPr/>
              <a:t>4</a:t>
            </a:fld>
            <a:endParaRPr lang="en-US" dirty="0"/>
          </a:p>
        </p:txBody>
      </p:sp>
    </p:spTree>
    <p:extLst>
      <p:ext uri="{BB962C8B-B14F-4D97-AF65-F5344CB8AC3E}">
        <p14:creationId xmlns:p14="http://schemas.microsoft.com/office/powerpoint/2010/main" val="4091674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4E83-A4F0-49C5-BB01-F5773509A2B3}"/>
              </a:ext>
            </a:extLst>
          </p:cNvPr>
          <p:cNvSpPr>
            <a:spLocks noGrp="1"/>
          </p:cNvSpPr>
          <p:nvPr>
            <p:ph type="title"/>
          </p:nvPr>
        </p:nvSpPr>
        <p:spPr/>
        <p:txBody>
          <a:bodyPr/>
          <a:lstStyle/>
          <a:p>
            <a:r>
              <a:rPr lang="bg-BG" dirty="0"/>
              <a:t>Използване на </a:t>
            </a:r>
            <a:r>
              <a:rPr lang="en-US" dirty="0"/>
              <a:t>Geolocation API</a:t>
            </a:r>
          </a:p>
        </p:txBody>
      </p:sp>
      <p:sp>
        <p:nvSpPr>
          <p:cNvPr id="12" name="Rectangle 11">
            <a:extLst>
              <a:ext uri="{FF2B5EF4-FFF2-40B4-BE49-F238E27FC236}">
                <a16:creationId xmlns:a16="http://schemas.microsoft.com/office/drawing/2014/main" id="{7F65E93D-09FF-42EE-B9DD-750638966686}"/>
              </a:ext>
              <a:ext uri="{C183D7F6-B498-43B3-948B-1728B52AA6E4}">
                <adec:decorative xmlns:adec="http://schemas.microsoft.com/office/drawing/2017/decorative" val="1"/>
              </a:ext>
            </a:extLst>
          </p:cNvPr>
          <p:cNvSpPr/>
          <p:nvPr/>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5" name="Content Placeholder 4">
            <a:extLst>
              <a:ext uri="{FF2B5EF4-FFF2-40B4-BE49-F238E27FC236}">
                <a16:creationId xmlns:a16="http://schemas.microsoft.com/office/drawing/2014/main" id="{CEEB3BAE-C0B2-447C-B8BE-96C6BD84D658}"/>
              </a:ext>
            </a:extLst>
          </p:cNvPr>
          <p:cNvSpPr>
            <a:spLocks noGrp="1"/>
          </p:cNvSpPr>
          <p:nvPr>
            <p:ph sz="half" idx="2"/>
          </p:nvPr>
        </p:nvSpPr>
        <p:spPr>
          <a:xfrm>
            <a:off x="431800" y="2471353"/>
            <a:ext cx="4149725" cy="2194694"/>
          </a:xfrm>
        </p:spPr>
        <p:txBody>
          <a:bodyPr/>
          <a:lstStyle/>
          <a:p>
            <a:pPr algn="l"/>
            <a:r>
              <a:rPr lang="ru-RU" sz="2000" b="1" i="0" dirty="0">
                <a:solidFill>
                  <a:schemeClr val="tx1"/>
                </a:solidFill>
                <a:effectLst/>
                <a:latin typeface="Söhne"/>
              </a:rPr>
              <a:t>За да използваме HTML 5 Geolocation API, ние можем да използваме JavaScript за да заявим достъп до географските данни на потребителите. След като потребителите разрешат да споделят техните географски данни, можем да използваме тези данни, за да променим поведението на уеб приложението или да покажем на потребителите географски информации.</a:t>
            </a:r>
            <a:br>
              <a:rPr lang="ru-RU" sz="2000" b="1" dirty="0">
                <a:solidFill>
                  <a:schemeClr val="tx1"/>
                </a:solidFill>
              </a:rPr>
            </a:br>
            <a:endParaRPr lang="en-US" sz="2000" b="1" dirty="0">
              <a:solidFill>
                <a:schemeClr val="tx1"/>
              </a:solidFill>
            </a:endParaRPr>
          </a:p>
        </p:txBody>
      </p:sp>
      <p:sp>
        <p:nvSpPr>
          <p:cNvPr id="13" name="Rectangle 12">
            <a:extLst>
              <a:ext uri="{FF2B5EF4-FFF2-40B4-BE49-F238E27FC236}">
                <a16:creationId xmlns:a16="http://schemas.microsoft.com/office/drawing/2014/main" id="{A7CD04AE-9A8B-4DED-855D-F51B510D0B69}"/>
              </a:ext>
              <a:ext uri="{C183D7F6-B498-43B3-948B-1728B52AA6E4}">
                <adec:decorative xmlns:adec="http://schemas.microsoft.com/office/drawing/2017/decorative" val="1"/>
              </a:ext>
            </a:extLst>
          </p:cNvPr>
          <p:cNvSpPr/>
          <p:nvPr/>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8" name="Slide Number Placeholder 7">
            <a:extLst>
              <a:ext uri="{FF2B5EF4-FFF2-40B4-BE49-F238E27FC236}">
                <a16:creationId xmlns:a16="http://schemas.microsoft.com/office/drawing/2014/main" id="{E6AC9832-FB01-464A-9824-61887B77997E}"/>
              </a:ext>
            </a:extLst>
          </p:cNvPr>
          <p:cNvSpPr>
            <a:spLocks noGrp="1"/>
          </p:cNvSpPr>
          <p:nvPr>
            <p:ph type="sldNum" sz="quarter" idx="33"/>
          </p:nvPr>
        </p:nvSpPr>
        <p:spPr>
          <a:xfrm>
            <a:off x="11760000" y="6371351"/>
            <a:ext cx="432000" cy="432000"/>
          </a:xfrm>
          <a:solidFill>
            <a:schemeClr val="tx1">
              <a:lumMod val="95000"/>
              <a:lumOff val="5000"/>
            </a:schemeClr>
          </a:solidFill>
        </p:spPr>
        <p:txBody>
          <a:bodyPr/>
          <a:lstStyle/>
          <a:p>
            <a:fld id="{19B51A1E-902D-48AF-9020-955120F399B6}" type="slidenum">
              <a:rPr lang="en-US" smtClean="0"/>
              <a:pPr/>
              <a:t>5</a:t>
            </a:fld>
            <a:endParaRPr lang="en-US" dirty="0"/>
          </a:p>
        </p:txBody>
      </p:sp>
      <p:pic>
        <p:nvPicPr>
          <p:cNvPr id="17" name="Picture 16">
            <a:extLst>
              <a:ext uri="{FF2B5EF4-FFF2-40B4-BE49-F238E27FC236}">
                <a16:creationId xmlns:a16="http://schemas.microsoft.com/office/drawing/2014/main" id="{6F0963B3-8EC3-B540-DFB6-F02ABE968F1C}"/>
              </a:ext>
            </a:extLst>
          </p:cNvPr>
          <p:cNvPicPr>
            <a:picLocks noChangeAspect="1"/>
          </p:cNvPicPr>
          <p:nvPr/>
        </p:nvPicPr>
        <p:blipFill>
          <a:blip r:embed="rId2"/>
          <a:stretch>
            <a:fillRect/>
          </a:stretch>
        </p:blipFill>
        <p:spPr>
          <a:xfrm>
            <a:off x="4805265" y="1397383"/>
            <a:ext cx="7278066" cy="4836012"/>
          </a:xfrm>
          <a:prstGeom prst="rect">
            <a:avLst/>
          </a:prstGeom>
        </p:spPr>
      </p:pic>
    </p:spTree>
    <p:extLst>
      <p:ext uri="{BB962C8B-B14F-4D97-AF65-F5344CB8AC3E}">
        <p14:creationId xmlns:p14="http://schemas.microsoft.com/office/powerpoint/2010/main" val="3188837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Desk with computer, phone, books, etc.">
            <a:extLst>
              <a:ext uri="{FF2B5EF4-FFF2-40B4-BE49-F238E27FC236}">
                <a16:creationId xmlns:a16="http://schemas.microsoft.com/office/drawing/2014/main" id="{2E7ADBC3-DECA-9F4C-9289-9E43C727592F}"/>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p:txBody>
          <a:bodyPr/>
          <a:lstStyle/>
          <a:p>
            <a:r>
              <a:rPr lang="bg-BG" sz="5400" dirty="0"/>
              <a:t>Как изглежда самия реферат</a:t>
            </a:r>
            <a:endParaRPr lang="en-US" sz="5400" dirty="0"/>
          </a:p>
        </p:txBody>
      </p:sp>
      <p:sp>
        <p:nvSpPr>
          <p:cNvPr id="5" name="Slide Number Placeholder 4">
            <a:extLst>
              <a:ext uri="{FF2B5EF4-FFF2-40B4-BE49-F238E27FC236}">
                <a16:creationId xmlns:a16="http://schemas.microsoft.com/office/drawing/2014/main" id="{BDD5A594-D852-43BB-B591-E9D9027253BD}"/>
              </a:ext>
            </a:extLst>
          </p:cNvPr>
          <p:cNvSpPr>
            <a:spLocks noGrp="1"/>
          </p:cNvSpPr>
          <p:nvPr>
            <p:ph type="sldNum" sz="quarter" idx="12"/>
          </p:nvPr>
        </p:nvSpPr>
        <p:spPr>
          <a:solidFill>
            <a:schemeClr val="tx1">
              <a:lumMod val="95000"/>
              <a:lumOff val="5000"/>
            </a:schemeClr>
          </a:solidFill>
        </p:spPr>
        <p:txBody>
          <a:bodyPr/>
          <a:lstStyle/>
          <a:p>
            <a:fld id="{19B51A1E-902D-48AF-9020-955120F399B6}" type="slidenum">
              <a:rPr lang="en-US" smtClean="0"/>
              <a:pPr/>
              <a:t>6</a:t>
            </a:fld>
            <a:endParaRPr lang="en-US" dirty="0"/>
          </a:p>
        </p:txBody>
      </p:sp>
    </p:spTree>
    <p:extLst>
      <p:ext uri="{BB962C8B-B14F-4D97-AF65-F5344CB8AC3E}">
        <p14:creationId xmlns:p14="http://schemas.microsoft.com/office/powerpoint/2010/main" val="302301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0B3D2B-613A-41BE-987D-E6A1324B456D}"/>
              </a:ext>
            </a:extLst>
          </p:cNvPr>
          <p:cNvSpPr>
            <a:spLocks noGrp="1"/>
          </p:cNvSpPr>
          <p:nvPr>
            <p:ph type="title"/>
          </p:nvPr>
        </p:nvSpPr>
        <p:spPr>
          <a:xfrm>
            <a:off x="-1700" y="2156226"/>
            <a:ext cx="4903599" cy="1958400"/>
          </a:xfrm>
        </p:spPr>
        <p:txBody>
          <a:bodyPr/>
          <a:lstStyle/>
          <a:p>
            <a:r>
              <a:rPr lang="en-US" dirty="0"/>
              <a:t>Section Divider Option 2</a:t>
            </a:r>
          </a:p>
        </p:txBody>
      </p:sp>
      <p:sp>
        <p:nvSpPr>
          <p:cNvPr id="10" name="Text Placeholder 9">
            <a:extLst>
              <a:ext uri="{FF2B5EF4-FFF2-40B4-BE49-F238E27FC236}">
                <a16:creationId xmlns:a16="http://schemas.microsoft.com/office/drawing/2014/main" id="{2972F17A-D965-40B9-8ABB-C634072DBCC0}"/>
              </a:ext>
            </a:extLst>
          </p:cNvPr>
          <p:cNvSpPr>
            <a:spLocks noGrp="1"/>
          </p:cNvSpPr>
          <p:nvPr>
            <p:ph type="body" sz="quarter" idx="13"/>
          </p:nvPr>
        </p:nvSpPr>
        <p:spPr>
          <a:xfrm>
            <a:off x="0" y="4110760"/>
            <a:ext cx="4902200" cy="1100565"/>
          </a:xfrm>
        </p:spPr>
        <p:txBody>
          <a:bodyPr/>
          <a:lstStyle/>
          <a:p>
            <a:r>
              <a:rPr lang="en-US" dirty="0"/>
              <a:t>Lorem ipsum dolor sit amet, consectetur adipiscing elit</a:t>
            </a:r>
          </a:p>
          <a:p>
            <a:endParaRPr lang="en-US" dirty="0"/>
          </a:p>
        </p:txBody>
      </p:sp>
      <p:sp>
        <p:nvSpPr>
          <p:cNvPr id="5" name="Slide Number Placeholder 4">
            <a:extLst>
              <a:ext uri="{FF2B5EF4-FFF2-40B4-BE49-F238E27FC236}">
                <a16:creationId xmlns:a16="http://schemas.microsoft.com/office/drawing/2014/main" id="{F6964141-6F81-4947-A236-746D94ED3F6F}"/>
              </a:ext>
            </a:extLst>
          </p:cNvPr>
          <p:cNvSpPr>
            <a:spLocks noGrp="1"/>
          </p:cNvSpPr>
          <p:nvPr>
            <p:ph type="sldNum" sz="quarter" idx="12"/>
          </p:nvPr>
        </p:nvSpPr>
        <p:spPr>
          <a:solidFill>
            <a:schemeClr val="tx1">
              <a:lumMod val="95000"/>
              <a:lumOff val="5000"/>
            </a:schemeClr>
          </a:solidFill>
        </p:spPr>
        <p:txBody>
          <a:bodyPr/>
          <a:lstStyle/>
          <a:p>
            <a:fld id="{19B51A1E-902D-48AF-9020-955120F399B6}" type="slidenum">
              <a:rPr lang="en-US" smtClean="0"/>
              <a:pPr/>
              <a:t>7</a:t>
            </a:fld>
            <a:endParaRPr lang="en-US" dirty="0"/>
          </a:p>
        </p:txBody>
      </p:sp>
      <p:sp>
        <p:nvSpPr>
          <p:cNvPr id="4" name="Picture Placeholder 3">
            <a:extLst>
              <a:ext uri="{FF2B5EF4-FFF2-40B4-BE49-F238E27FC236}">
                <a16:creationId xmlns:a16="http://schemas.microsoft.com/office/drawing/2014/main" id="{29740D0E-329C-6299-300D-168A9323D733}"/>
              </a:ext>
            </a:extLst>
          </p:cNvPr>
          <p:cNvSpPr>
            <a:spLocks noGrp="1"/>
          </p:cNvSpPr>
          <p:nvPr>
            <p:ph type="pic" sz="quarter" idx="10"/>
          </p:nvPr>
        </p:nvSpPr>
        <p:spPr/>
      </p:sp>
      <p:pic>
        <p:nvPicPr>
          <p:cNvPr id="7" name="Picture 6">
            <a:extLst>
              <a:ext uri="{FF2B5EF4-FFF2-40B4-BE49-F238E27FC236}">
                <a16:creationId xmlns:a16="http://schemas.microsoft.com/office/drawing/2014/main" id="{1A1C10CA-3401-EBA9-AB72-A9D7BDCFC20D}"/>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2117695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ML5 Geolocation in Action: Build 7 HTML5 Geolocation Apps | Udemy">
            <a:extLst>
              <a:ext uri="{FF2B5EF4-FFF2-40B4-BE49-F238E27FC236}">
                <a16:creationId xmlns:a16="http://schemas.microsoft.com/office/drawing/2014/main" id="{B43AA039-4D6E-19D7-8CD6-034989E3FA4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67350" y="434885"/>
            <a:ext cx="6724649" cy="550158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1031" name="Title 2">
            <a:extLst>
              <a:ext uri="{FF2B5EF4-FFF2-40B4-BE49-F238E27FC236}">
                <a16:creationId xmlns:a16="http://schemas.microsoft.com/office/drawing/2014/main" id="{9ABCDBA6-408C-778C-2C95-9DF2BB6525F3}"/>
              </a:ext>
            </a:extLst>
          </p:cNvPr>
          <p:cNvSpPr>
            <a:spLocks noGrp="1"/>
          </p:cNvSpPr>
          <p:nvPr>
            <p:ph type="title"/>
          </p:nvPr>
        </p:nvSpPr>
        <p:spPr>
          <a:xfrm>
            <a:off x="0" y="434885"/>
            <a:ext cx="5307125" cy="1958400"/>
          </a:xfrm>
        </p:spPr>
        <p:txBody>
          <a:bodyPr/>
          <a:lstStyle/>
          <a:p>
            <a:r>
              <a:rPr lang="bg-BG" sz="4800" dirty="0"/>
              <a:t>Заключение</a:t>
            </a:r>
            <a:endParaRPr lang="en-US" sz="4800" dirty="0"/>
          </a:p>
        </p:txBody>
      </p:sp>
      <p:sp>
        <p:nvSpPr>
          <p:cNvPr id="4" name="Text Placeholder 3">
            <a:extLst>
              <a:ext uri="{FF2B5EF4-FFF2-40B4-BE49-F238E27FC236}">
                <a16:creationId xmlns:a16="http://schemas.microsoft.com/office/drawing/2014/main" id="{D07370DC-3D2A-9C82-7966-20E2BD674E05}"/>
              </a:ext>
            </a:extLst>
          </p:cNvPr>
          <p:cNvSpPr>
            <a:spLocks noGrp="1"/>
          </p:cNvSpPr>
          <p:nvPr>
            <p:ph type="body" sz="quarter" idx="13"/>
          </p:nvPr>
        </p:nvSpPr>
        <p:spPr>
          <a:xfrm>
            <a:off x="0" y="2393285"/>
            <a:ext cx="5305425" cy="3543180"/>
          </a:xfrm>
        </p:spPr>
        <p:txBody>
          <a:bodyPr>
            <a:normAutofit fontScale="92500" lnSpcReduction="20000"/>
          </a:bodyPr>
          <a:lstStyle/>
          <a:p>
            <a:r>
              <a:rPr lang="ru-RU" sz="2000" dirty="0">
                <a:effectLst/>
              </a:rPr>
              <a:t>Геоданните са мощен инструмент за уеб разработчиците и могат да бъдат използвани за създаване на множество приложения, които подобряват потребителския опит. HTML 5 Geolocation API е лесен за използване и предоставя множество възможности за работа с геоданни. В допълнение към HTML 5 Geolocation API. Съществуват и други технологии, които могат да бъдат използвани за работа с геоданни, като Google Maps API, OpenStreetMap, Mapbox, Bing Maps и други. Те предоставят мощни инструменти за работа с географски данни, като картографски изображения, маршрутизация, места и други.</a:t>
            </a:r>
          </a:p>
        </p:txBody>
      </p:sp>
      <p:sp>
        <p:nvSpPr>
          <p:cNvPr id="5" name="Footer Placeholder 4">
            <a:extLst>
              <a:ext uri="{FF2B5EF4-FFF2-40B4-BE49-F238E27FC236}">
                <a16:creationId xmlns:a16="http://schemas.microsoft.com/office/drawing/2014/main" id="{0CB2BC2B-9A98-2E8E-EBEC-51A65F46BE15}"/>
              </a:ext>
            </a:extLst>
          </p:cNvPr>
          <p:cNvSpPr>
            <a:spLocks noGrp="1"/>
          </p:cNvSpPr>
          <p:nvPr>
            <p:ph type="ftr" sz="quarter" idx="11"/>
          </p:nvPr>
        </p:nvSpPr>
        <p:spPr>
          <a:xfrm>
            <a:off x="432000" y="6439820"/>
            <a:ext cx="5664000" cy="295062"/>
          </a:xfrm>
        </p:spPr>
        <p:txBody>
          <a:bodyPr anchor="ctr">
            <a:normAutofit/>
          </a:bodyPr>
          <a:lstStyle/>
          <a:p>
            <a:pPr>
              <a:spcAft>
                <a:spcPts val="600"/>
              </a:spcAft>
            </a:pPr>
            <a:r>
              <a:rPr lang="en-US" noProof="0" dirty="0"/>
              <a:t>Add a footer</a:t>
            </a:r>
          </a:p>
        </p:txBody>
      </p:sp>
      <p:sp>
        <p:nvSpPr>
          <p:cNvPr id="6" name="Slide Number Placeholder 5">
            <a:extLst>
              <a:ext uri="{FF2B5EF4-FFF2-40B4-BE49-F238E27FC236}">
                <a16:creationId xmlns:a16="http://schemas.microsoft.com/office/drawing/2014/main" id="{C7DE17CB-B2BF-B03D-A0CE-7C2E20FA7679}"/>
              </a:ext>
            </a:extLst>
          </p:cNvPr>
          <p:cNvSpPr>
            <a:spLocks noGrp="1"/>
          </p:cNvSpPr>
          <p:nvPr>
            <p:ph type="sldNum" sz="quarter" idx="12"/>
          </p:nvPr>
        </p:nvSpPr>
        <p:spPr>
          <a:xfrm>
            <a:off x="11760000" y="6371351"/>
            <a:ext cx="432000" cy="432000"/>
          </a:xfrm>
        </p:spPr>
        <p:txBody>
          <a:bodyPr anchor="ctr">
            <a:normAutofit/>
          </a:bodyPr>
          <a:lstStyle/>
          <a:p>
            <a:pPr>
              <a:spcAft>
                <a:spcPts val="600"/>
              </a:spcAft>
            </a:pPr>
            <a:fld id="{19B51A1E-902D-48AF-9020-955120F399B6}" type="slidenum">
              <a:rPr lang="en-US" noProof="0" smtClean="0"/>
              <a:pPr>
                <a:spcAft>
                  <a:spcPts val="600"/>
                </a:spcAft>
              </a:pPr>
              <a:t>8</a:t>
            </a:fld>
            <a:endParaRPr lang="en-US" noProof="0"/>
          </a:p>
        </p:txBody>
      </p:sp>
    </p:spTree>
    <p:extLst>
      <p:ext uri="{BB962C8B-B14F-4D97-AF65-F5344CB8AC3E}">
        <p14:creationId xmlns:p14="http://schemas.microsoft.com/office/powerpoint/2010/main" val="1607341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Content Placeholder 11" descr="A person wearing sunglasses and a leather jacket&#10;&#10;Description automatically generated with medium confidence">
            <a:extLst>
              <a:ext uri="{FF2B5EF4-FFF2-40B4-BE49-F238E27FC236}">
                <a16:creationId xmlns:a16="http://schemas.microsoft.com/office/drawing/2014/main" id="{24BC3AFD-4FE8-ED28-1DD9-2BBDDAD543FF}"/>
              </a:ext>
            </a:extLst>
          </p:cNvPr>
          <p:cNvPicPr>
            <a:picLocks noChangeAspect="1"/>
          </p:cNvPicPr>
          <p:nvPr/>
        </p:nvPicPr>
        <p:blipFill>
          <a:blip r:embed="rId2"/>
          <a:stretch>
            <a:fillRect/>
          </a:stretch>
        </p:blipFill>
        <p:spPr>
          <a:xfrm>
            <a:off x="0" y="42742"/>
            <a:ext cx="9780101" cy="6815258"/>
          </a:xfrm>
          <a:prstGeom prst="rect">
            <a:avLst/>
          </a:prstGeom>
        </p:spPr>
      </p:pic>
      <p:sp>
        <p:nvSpPr>
          <p:cNvPr id="14" name="Title 13">
            <a:extLst>
              <a:ext uri="{FF2B5EF4-FFF2-40B4-BE49-F238E27FC236}">
                <a16:creationId xmlns:a16="http://schemas.microsoft.com/office/drawing/2014/main" id="{6C38D7A9-9299-4108-BB08-026F4B9CAE7B}"/>
              </a:ext>
            </a:extLst>
          </p:cNvPr>
          <p:cNvSpPr>
            <a:spLocks noGrp="1"/>
          </p:cNvSpPr>
          <p:nvPr>
            <p:ph type="ctrTitle"/>
          </p:nvPr>
        </p:nvSpPr>
        <p:spPr>
          <a:xfrm>
            <a:off x="8181975" y="2665004"/>
            <a:ext cx="4010025" cy="1183096"/>
          </a:xfrm>
          <a:scene3d>
            <a:camera prst="obliqueTopRight"/>
            <a:lightRig rig="threePt" dir="t"/>
          </a:scene3d>
        </p:spPr>
        <p:txBody>
          <a:bodyPr/>
          <a:lstStyle/>
          <a:p>
            <a:pPr algn="l"/>
            <a:r>
              <a:rPr lang="bg-BG" sz="3600" spc="0" dirty="0">
                <a:ln w="9525">
                  <a:solidFill>
                    <a:schemeClr val="bg1"/>
                  </a:solidFill>
                  <a:prstDash val="solid"/>
                </a:ln>
                <a:solidFill>
                  <a:schemeClr val="tx1"/>
                </a:solidFill>
                <a:effectLst>
                  <a:glow rad="228600">
                    <a:schemeClr val="accent1">
                      <a:satMod val="175000"/>
                      <a:alpha val="40000"/>
                    </a:schemeClr>
                  </a:glow>
                  <a:outerShdw blurRad="60007" dir="1500000" sy="-30000" kx="800400" algn="bl" rotWithShape="0">
                    <a:prstClr val="black">
                      <a:alpha val="20000"/>
                    </a:prstClr>
                  </a:outerShdw>
                </a:effectLst>
              </a:rPr>
              <a:t>Благодаря Ви за вниманието</a:t>
            </a:r>
            <a:endParaRPr lang="en-US" sz="3600" spc="0" dirty="0">
              <a:ln w="9525">
                <a:solidFill>
                  <a:schemeClr val="bg1"/>
                </a:solidFill>
                <a:prstDash val="solid"/>
              </a:ln>
              <a:solidFill>
                <a:schemeClr val="tx1"/>
              </a:solidFill>
              <a:effectLst>
                <a:glow rad="228600">
                  <a:schemeClr val="accent1">
                    <a:satMod val="175000"/>
                    <a:alpha val="40000"/>
                  </a:schemeClr>
                </a:glow>
                <a:outerShdw blurRad="60007" dir="1500000" sy="-30000" kx="800400" algn="bl" rotWithShape="0">
                  <a:prstClr val="black">
                    <a:alpha val="20000"/>
                  </a:prstClr>
                </a:outerShdw>
              </a:effectLst>
            </a:endParaRPr>
          </a:p>
        </p:txBody>
      </p:sp>
      <p:sp>
        <p:nvSpPr>
          <p:cNvPr id="12" name="Slide Number Placeholder 11">
            <a:extLst>
              <a:ext uri="{FF2B5EF4-FFF2-40B4-BE49-F238E27FC236}">
                <a16:creationId xmlns:a16="http://schemas.microsoft.com/office/drawing/2014/main" id="{91814EC9-246A-4C6E-941E-5774FE72F08E}"/>
              </a:ext>
            </a:extLst>
          </p:cNvPr>
          <p:cNvSpPr>
            <a:spLocks noGrp="1"/>
          </p:cNvSpPr>
          <p:nvPr>
            <p:ph type="sldNum" sz="quarter" idx="20"/>
          </p:nvPr>
        </p:nvSpPr>
        <p:spPr>
          <a:solidFill>
            <a:schemeClr val="tx1">
              <a:lumMod val="95000"/>
              <a:lumOff val="5000"/>
            </a:schemeClr>
          </a:solidFill>
        </p:spPr>
        <p:txBody>
          <a:bodyPr/>
          <a:lstStyle/>
          <a:p>
            <a:fld id="{19B51A1E-902D-48AF-9020-955120F399B6}" type="slidenum">
              <a:rPr lang="en-US" smtClean="0"/>
              <a:pPr/>
              <a:t>9</a:t>
            </a:fld>
            <a:endParaRPr lang="en-US" dirty="0"/>
          </a:p>
        </p:txBody>
      </p:sp>
    </p:spTree>
    <p:extLst>
      <p:ext uri="{BB962C8B-B14F-4D97-AF65-F5344CB8AC3E}">
        <p14:creationId xmlns:p14="http://schemas.microsoft.com/office/powerpoint/2010/main" val="4153678306"/>
      </p:ext>
    </p:extLst>
  </p:cSld>
  <p:clrMapOvr>
    <a:masterClrMapping/>
  </p:clrMapOvr>
</p:sld>
</file>

<file path=ppt/theme/theme1.xml><?xml version="1.0" encoding="utf-8"?>
<a:theme xmlns:a="http://schemas.openxmlformats.org/drawingml/2006/main" name="Office Theme">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9">
      <a:majorFont>
        <a:latin typeface="Corbel"/>
        <a:ea typeface=""/>
        <a:cs typeface=""/>
      </a:majorFont>
      <a:minorFont>
        <a:latin typeface="Canda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0_Bright business presentation_AAS_v3" id="{57D58BC9-3F05-45D4-81CD-7BA898B4CAAD}" vid="{0F92AA19-00D6-4C71-B13F-219D7994A0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90D0D0-7C1D-47FF-A2F0-9937AA567A3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8E15EA0-2F38-456B-B156-038699A5D17F}">
  <ds:schemaRefs>
    <ds:schemaRef ds:uri="http://schemas.microsoft.com/sharepoint/v3/contenttype/forms"/>
  </ds:schemaRefs>
</ds:datastoreItem>
</file>

<file path=customXml/itemProps3.xml><?xml version="1.0" encoding="utf-8"?>
<ds:datastoreItem xmlns:ds="http://schemas.openxmlformats.org/officeDocument/2006/customXml" ds:itemID="{2EDB5DD7-8DCC-4069-9EB3-5D09818665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Bright business presentation</Template>
  <TotalTime>65</TotalTime>
  <Words>313</Words>
  <Application>Microsoft Office PowerPoint</Application>
  <PresentationFormat>Widescreen</PresentationFormat>
  <Paragraphs>26</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Candara</vt:lpstr>
      <vt:lpstr>Corbel</vt:lpstr>
      <vt:lpstr>Montserrat</vt:lpstr>
      <vt:lpstr>Söhne</vt:lpstr>
      <vt:lpstr>Times New Roman</vt:lpstr>
      <vt:lpstr>Office Theme</vt:lpstr>
      <vt:lpstr>HTML 5 Geolocation API и работа с Geo данни в Web  </vt:lpstr>
      <vt:lpstr>Какво е Geolocation  API</vt:lpstr>
      <vt:lpstr>Как може да бъде използван</vt:lpstr>
      <vt:lpstr>Как да използваме Geolocation API</vt:lpstr>
      <vt:lpstr>Използване на Geolocation API</vt:lpstr>
      <vt:lpstr>Как изглежда самия реферат</vt:lpstr>
      <vt:lpstr>Section Divider Option 2</vt:lpstr>
      <vt:lpstr>Заключение</vt:lpstr>
      <vt:lpstr>Благодаря Ви за вниманието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5 Geolocation API и работа с Geo данни в Web  </dc:title>
  <dc:creator>Deivid Kamenov</dc:creator>
  <cp:lastModifiedBy>Deivid Kamenov</cp:lastModifiedBy>
  <cp:revision>2</cp:revision>
  <dcterms:created xsi:type="dcterms:W3CDTF">2023-05-04T11:31:52Z</dcterms:created>
  <dcterms:modified xsi:type="dcterms:W3CDTF">2023-05-04T12:37:28Z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